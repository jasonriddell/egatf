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EGATF KNOWLEDGE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0F172A"/>
                </a:solidFill>
              </a:rPr>
              <a:t>Diagnostic Knowledge Patterns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76656" y="242316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475569"/>
                </a:solidFill>
              </a:rPr>
              <a:t>Capturing previous issue knowledge without turning it into brittle grep commands or unsupported diagnosis.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384048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398678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Knowledge 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4370832"/>
            <a:ext cx="3008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Reusable patterns that inform reasoning, not root-cause declarations.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384048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398678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Evidence-grounded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9432" y="4370832"/>
            <a:ext cx="3008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Every suggested insight still needs evidence, challenge, and confidence.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83880" y="384048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398678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Version-aware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48472" y="4370832"/>
            <a:ext cx="30083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Patterns stay abstract; adapters handle bundle and tool versions.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Previous issues are valuable, but easy to misuse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92938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we want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2313432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reusable Knowledge source that helps identify familiar diagnostic shapes.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7830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92938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we must avoid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45152" y="2313432"/>
            <a:ext cx="32369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library of fragile text searches that break as logs and bundles evolve.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75320" y="178308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92938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trap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39912" y="2313432"/>
            <a:ext cx="27797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match becomes a diagnosis without evidence or challenge.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8A"/>
                </a:solidFill>
              </a:rPr>
              <a:t>The knowledge layer should describe what must be true, not how to grep for it.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DESIGN CHOICE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Separate diagnostic knowledge from extraction mechanics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743200" y="2286000"/>
            <a:ext cx="2148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766560" y="2286000"/>
            <a:ext cx="2148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5800" y="1828800"/>
            <a:ext cx="2103120" cy="9144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75104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Diagnostic Knowledge Pattern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828800"/>
            <a:ext cx="1920240" cy="914400"/>
          </a:xfrm>
          <a:prstGeom prst="roundRect">
            <a:avLst>
              <a:gd name="adj" fmla="val 15000"/>
            </a:avLst>
          </a:prstGeom>
          <a:solidFill>
            <a:srgbClr val="CFFAFE"/>
          </a:solidFill>
          <a:ln w="15240">
            <a:solidFill>
              <a:srgbClr val="A5F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1768" y="1975104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75"/>
                </a:solidFill>
              </a:rPr>
              <a:t>Semantic Observation Vocabulary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15400" y="1828800"/>
            <a:ext cx="2148840" cy="914400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 w="1524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25128" y="1975104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Versioned Adapters + Tools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6576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80390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Pattern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" y="418795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Required observations, contradictions, missing evidence, challenge criteria.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365760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380390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Vocabulary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56632" y="41879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Stable names such as raft.leader_instability.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15400" y="365760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9992" y="3803904"/>
            <a:ext cx="1819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Adapters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79992" y="4187952"/>
            <a:ext cx="1819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DuckDB, SQL, parsers, regex, bundle-version details.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DIAGNOSTIC KNOWLEDGE PATTERN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What a pattern records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9222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Applies to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50392" y="2176272"/>
            <a:ext cx="48371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Product, components, versions, deployment context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79222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Evidence requirements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28232" y="2176272"/>
            <a:ext cx="48371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Required and optional semantic observations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75234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Contradictions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50392" y="3136392"/>
            <a:ext cx="48371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Evidence that weakens or rejects the pattern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2606040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75234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Missing evidence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28232" y="3136392"/>
            <a:ext cx="48371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What blocks safe confidence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566160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71246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Knowledge validation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0392" y="4096512"/>
            <a:ext cx="48371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Docs, source code, known issues, previous cases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3566160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71246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Challenge questions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28232" y="4096512"/>
            <a:ext cx="48371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What must be pressure tested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4526280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467258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Confidence model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" y="5056632"/>
            <a:ext cx="48371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High, Medium, Low, Reject conditions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4526280"/>
            <a:ext cx="51663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467258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Allowed output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28232" y="5056632"/>
            <a:ext cx="48371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Candidate insight, not diagnosis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SEMANTIC OBSERVATIONS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The stable language patterns should use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Examples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3A8A"/>
                </a:solidFill>
              </a:rPr>
              <a:t>client.timeout_increase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517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3A8A"/>
                </a:solidFill>
              </a:rPr>
              <a:t>client.latency_increase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5468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3A8A"/>
                </a:solidFill>
              </a:rPr>
              <a:t>raft.leader_instability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77240" y="356616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5760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3A8A"/>
                </a:solidFill>
              </a:rPr>
              <a:t>raft.no_leader_observed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77240" y="406908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605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3A8A"/>
                </a:solidFill>
              </a:rPr>
              <a:t>tablet.leaderless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77240" y="457200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634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3A8A"/>
                </a:solidFill>
              </a:rPr>
              <a:t>tablet.under_replicated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263640" y="205740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CFFAFE"/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4884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5E75"/>
                </a:solidFill>
              </a:rPr>
              <a:t>node.disk_latency_increase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263640" y="256032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CFFAFE"/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65176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5E75"/>
                </a:solidFill>
              </a:rPr>
              <a:t>node.cpu_saturation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263640" y="306324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CFFAFE"/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15468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5E75"/>
                </a:solidFill>
              </a:rPr>
              <a:t>process.restart_observed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263640" y="356616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CFFAFE"/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65760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5E75"/>
                </a:solidFill>
              </a:rPr>
              <a:t>metrics.coverage_gap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263640" y="4069080"/>
            <a:ext cx="4389120" cy="347472"/>
          </a:xfrm>
          <a:prstGeom prst="roundRect">
            <a:avLst>
              <a:gd name="adj" fmla="val 47368"/>
            </a:avLst>
          </a:prstGeom>
          <a:solidFill>
            <a:srgbClr val="CFFAFE"/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16052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55E75"/>
                </a:solidFill>
              </a:rPr>
              <a:t>knowledge.version_mismatch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400800" y="4800600"/>
            <a:ext cx="4663440" cy="82296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946904"/>
            <a:ext cx="4334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Key idea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65392" y="5330952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Adapters can change. Semantic observations should remain stable across bundle and tool versions.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WHERE IT FITS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Patterns support the Reasoning Loop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600200" y="2212848"/>
            <a:ext cx="1417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297680" y="2212848"/>
            <a:ext cx="1325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58000" y="2212848"/>
            <a:ext cx="13258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418320" y="2212848"/>
            <a:ext cx="12801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1828800"/>
            <a:ext cx="14173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975104"/>
            <a:ext cx="11978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Information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132588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1975104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Knowledge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1828800"/>
            <a:ext cx="128016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33288" y="1975104"/>
            <a:ext cx="1060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Insight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1828800"/>
            <a:ext cx="128016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975104"/>
            <a:ext cx="1060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Challenge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98480" y="1828800"/>
            <a:ext cx="105156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8208" y="1975104"/>
            <a:ext cx="8321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Judgment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65760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8039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Pattern role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33272" y="418795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Suggests candidate insight when semantic evidence requirements are met.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365760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38039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Challenge role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90872" y="418795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Tests support, contradiction, missing evidence, timing, version fit, alternatives.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83880" y="365760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8472" y="38039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Judgment role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48472" y="418795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Human-owned assessment only if confidence is sufficient.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EXAMPLE PATTERN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Raft leader instability with client-visible timeouts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108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9222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Required evidence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2176272"/>
            <a:ext cx="2779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client.timeout_increase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raft.leader_instability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Time relation: overlaps or precedes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645920"/>
            <a:ext cx="3108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79222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Contradictions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0872" y="2176272"/>
            <a:ext cx="2779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Stable leadership during impact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Timeouts precede leader instability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Stronger non-raft explanation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66760" y="1645920"/>
            <a:ext cx="3108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31352" y="179222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Missing evidence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31352" y="2176272"/>
            <a:ext cx="27797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Workload-to-tablet mapping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Time-aligned tablet 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Version-correct knowledge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0" y="397764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4123944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Allowed insight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93392" y="4507992"/>
            <a:ext cx="33284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Timeouts are consistent with raft leader instability affecting relevant tablets.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3977640"/>
            <a:ext cx="3657600" cy="1143000"/>
          </a:xfrm>
          <a:prstGeom prst="roundRect">
            <a:avLst>
              <a:gd name="adj" fmla="val 96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4123944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Not allowed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48272" y="4507992"/>
            <a:ext cx="33284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Raft leader instability caused the incident.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REFERENCE KNOWLEDGE VALIDATION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Previous knowledge must be checked before it supports Insight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337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9222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Product version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" y="217627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</a:rPr>
              <a:t>Does the source apply to this YBDB version?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4480560" y="1645920"/>
            <a:ext cx="3337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79222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Component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217627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</a:rPr>
              <a:t>Does it apply to master, tserver, raft, YSQL, YCQL, etc.?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8275320" y="1645920"/>
            <a:ext cx="3337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79222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39912" y="217627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</a:rPr>
              <a:t>Does it apply to VM, K8s, cloud, or on prem?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85800" y="3017520"/>
            <a:ext cx="3337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16382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Config / flags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" y="354787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</a:rPr>
              <a:t>Does the behavior depend on settings or feature flags?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4480560" y="3017520"/>
            <a:ext cx="3337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16382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Known affected/fixed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45152" y="354787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</a:rPr>
              <a:t>Is the issue version-bounded?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8275320" y="3017520"/>
            <a:ext cx="33375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9912" y="3163824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Source authority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39912" y="354787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</a:rPr>
              <a:t>Docs, source code, bug, prior case, or expert note?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A pattern can be relevant but still unsafe if its reference knowledge is wrong-version or unreviewed.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BOUNDARY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A pattern match is not diagnosis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965960" y="2011680"/>
            <a:ext cx="1874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074920" y="2011680"/>
            <a:ext cx="20116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321040" y="2011680"/>
            <a:ext cx="1874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1520" y="1627632"/>
            <a:ext cx="128016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73936"/>
            <a:ext cx="1060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Pattern possible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627632"/>
            <a:ext cx="128016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1773936"/>
            <a:ext cx="1060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Candidate Insight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86600" y="1627632"/>
            <a:ext cx="128016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96328" y="1773936"/>
            <a:ext cx="10607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Challenge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195560" y="1627632"/>
            <a:ext cx="118872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05288" y="1773936"/>
            <a:ext cx="9692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Judgment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42900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5753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Safe wording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3959352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This evidence is consistent with a known pattern.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342900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35753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Unsafe wording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90872" y="3959352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This pattern matched, so this is the root cause.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83880" y="342900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8472" y="35753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48472" y="3959352"/>
            <a:ext cx="2779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Only Challenge can raise confidence enough for Judgment.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INVESTIGATION THREAD TRACKER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Keep framework work separate from the first case study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291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46504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Why track threads?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2130552"/>
            <a:ext cx="29626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Some work is important for the wider framework but not required for template-01.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600200"/>
            <a:ext cx="3291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746504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Active threads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99432" y="2130552"/>
            <a:ext cx="29626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Collection Context, Evidence Preparation, cold/guided isolation, knowledge validation, challenge confidence.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1600200"/>
            <a:ext cx="32918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8472" y="1746504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New threads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48472" y="2130552"/>
            <a:ext cx="29626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Diagnostic Knowledge Patterns, semantic observation vocabulary, adapter layer.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97280" y="3794760"/>
            <a:ext cx="9966960" cy="82296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941064"/>
            <a:ext cx="9637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Principle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61872" y="4325112"/>
            <a:ext cx="9637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case study stays focused, while the framework keeps a visible backlog of deeper research threads.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REPOSITORY ADDITIONS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Files added for this design step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655064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framework/diagnostic-knowledge-patterns.md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203911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Defines the pattern concept and design rules.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655064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schemas/diagnostic-knowledge-pattern.schema.yaml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82512" y="203911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Validates pattern structure.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889504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vocabulary/semantic-observations.yaml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" y="327355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Initial stable semantic observation names.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889504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knowledge-patterns/*.dkp.yaml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327355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Reusable diagnostic knowledge patterns.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123944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schemas/semantic-observation.schema.yaml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" y="450799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Validates vocabulary files.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4123944"/>
            <a:ext cx="4974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research/investigation-thread-tracker.md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2512" y="4507992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Tracks framework research threads beyond the first case study.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NEXT STEPS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685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Use this lightly, then validate through cases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83794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1. Review schema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" y="2221992"/>
            <a:ext cx="2916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Check whether the YAML shape is clear enough for engineers.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83794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2. Review example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45152" y="2221992"/>
            <a:ext cx="2916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Test the raft/timeouts pattern against a synthetic case.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75320" y="1691640"/>
            <a:ext cx="32461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83794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3. Do not build adapters yet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39912" y="2221992"/>
            <a:ext cx="29169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Define adapter examples only after the case study exposes needs.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280160" y="3977640"/>
            <a:ext cx="9601200" cy="9144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44752" y="4123944"/>
            <a:ext cx="9272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Recommended rule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44752" y="4507992"/>
            <a:ext cx="9272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Add vocabulary and patterns only when a case study proves they are needed.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EGATF Diagnostic Knowledge Patterns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5566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EGATF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EGATF Diagnostic Knowledge Patterns</dc:title>
  <dc:subject>Diagnostic Knowledge Patterns</dc:subject>
  <dc:creator>EGATF</dc:creator>
  <cp:lastModifiedBy>EGATF</cp:lastModifiedBy>
  <cp:revision>1</cp:revision>
  <dcterms:created xsi:type="dcterms:W3CDTF">2026-06-26T12:38:28Z</dcterms:created>
  <dcterms:modified xsi:type="dcterms:W3CDTF">2026-06-26T12:38:28Z</dcterms:modified>
</cp:coreProperties>
</file>