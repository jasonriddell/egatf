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wtl and tablet report parser fit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58368" y="2267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preparation, derived evidence, and the boundary where tools begin to cross into insight or diagnosis.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3703320"/>
            <a:ext cx="3063240" cy="118872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3877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4224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tool preparing evidence, or has it started making diagnostic claims?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can cross boundaries without telling us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243584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EGATF, the risk is not that tools process data. The risk is that a tool output looks like evidence while actually containing interpretation, hypothesis, or diagnosis.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029968"/>
            <a:ext cx="3246120" cy="1965960"/>
          </a:xfrm>
          <a:prstGeom prst="roundRect">
            <a:avLst>
              <a:gd name="adj" fmla="val 511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6712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evidence preparation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2505456"/>
            <a:ext cx="291693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format, extracts observations, computes explicit derived evidence, and preserves provenance.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029968"/>
            <a:ext cx="3246120" cy="1965960"/>
          </a:xfrm>
          <a:prstGeom prst="roundRect">
            <a:avLst>
              <a:gd name="adj" fmla="val 511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16712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zone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45152" y="2505456"/>
            <a:ext cx="291693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Correlation, summarisation, ranking, anomaly labels, and “findings” can start to influence diagnosis.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2029968"/>
            <a:ext cx="3246120" cy="1965960"/>
          </a:xfrm>
          <a:prstGeom prst="roundRect">
            <a:avLst>
              <a:gd name="adj" fmla="val 511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16712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F1D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Diagnosis territory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48472" y="2505456"/>
            <a:ext cx="2916936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claims, root-cause statements, recommendations, and confidence in explanations must enter Insight and Challenge.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rule: transformation changes shape, extraction selects observations, derivation computes observations, correlation compares observations, insight explains what it might mean.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evidence preparation ends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874520"/>
            <a:ext cx="100584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BFDB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627632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847088" y="1874520"/>
            <a:ext cx="1005840" cy="749808"/>
          </a:xfrm>
          <a:prstGeom prst="rect">
            <a:avLst/>
          </a:prstGeom>
          <a:solidFill>
            <a:srgbClr val="F1F5F9"/>
          </a:solidFill>
          <a:ln w="15240">
            <a:solidFill>
              <a:srgbClr val="BFDB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2889504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108960" y="1874520"/>
            <a:ext cx="1005840" cy="749808"/>
          </a:xfrm>
          <a:prstGeom prst="rect">
            <a:avLst/>
          </a:prstGeom>
          <a:solidFill>
            <a:srgbClr val="DBEAFE"/>
          </a:solidFill>
          <a:ln w="15240">
            <a:solidFill>
              <a:srgbClr val="BFDB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151376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70832" y="1874520"/>
            <a:ext cx="1005840" cy="749808"/>
          </a:xfrm>
          <a:prstGeom prst="rect">
            <a:avLst/>
          </a:prstGeom>
          <a:solidFill>
            <a:srgbClr val="DBEAFE"/>
          </a:solidFill>
          <a:ln w="15240">
            <a:solidFill>
              <a:srgbClr val="BFDB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13248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632704" y="1874520"/>
            <a:ext cx="1005840" cy="749808"/>
          </a:xfrm>
          <a:prstGeom prst="rect">
            <a:avLst/>
          </a:prstGeom>
          <a:solidFill>
            <a:srgbClr val="DCFCE7"/>
          </a:solidFill>
          <a:ln w="15240">
            <a:solidFill>
              <a:srgbClr val="BFDB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675120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66560" y="1600200"/>
            <a:ext cx="0" cy="18288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boundary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894576" y="1874520"/>
            <a:ext cx="10058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936992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156448" y="1874520"/>
            <a:ext cx="1005840" cy="749808"/>
          </a:xfrm>
          <a:prstGeom prst="rect">
            <a:avLst/>
          </a:prstGeom>
          <a:solidFill>
            <a:srgbClr val="FEF3C7"/>
          </a:solidFill>
          <a:ln w="1524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98864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418320" y="1874520"/>
            <a:ext cx="1005840" cy="749808"/>
          </a:xfrm>
          <a:prstGeom prst="rect">
            <a:avLst/>
          </a:prstGeom>
          <a:solidFill>
            <a:srgbClr val="FEE2E2"/>
          </a:solidFill>
          <a:ln w="1524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0460736" y="2249424"/>
            <a:ext cx="16459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680192" y="1874520"/>
            <a:ext cx="1005840" cy="749808"/>
          </a:xfrm>
          <a:prstGeom prst="rect">
            <a:avLst/>
          </a:prstGeom>
          <a:solidFill>
            <a:srgbClr val="EDE9FE"/>
          </a:solidFill>
          <a:ln w="1524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Judgment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3246120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886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evidence preparation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96112" y="4224528"/>
            <a:ext cx="2916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wtl, parsers, normalizers, queries, extractors, derivation logic, correlators.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34840" y="3749040"/>
            <a:ext cx="3246120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3886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 boundary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99432" y="4224528"/>
            <a:ext cx="2916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happened?” Timelines and relationships, still not root cause.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246120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388620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boundary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302752" y="4224528"/>
            <a:ext cx="2916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might this mean?” Hypotheses must be challenged before Judgment.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Transformer, not diagnostic tool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wtl turns raw tserver, master, and YBA logs into structured parquet so DuckDB can query them. At this layer, it is changing shape, not selecting meaning.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77240" y="2212848"/>
            <a:ext cx="2057400" cy="8412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log files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tserver / master / YBA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99232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9000" y="2212848"/>
            <a:ext cx="2057400" cy="841248"/>
          </a:xfrm>
          <a:prstGeom prst="rect">
            <a:avLst/>
          </a:prstGeom>
          <a:solidFill>
            <a:srgbClr val="DBEAFE"/>
          </a:solidFill>
          <a:ln w="15240">
            <a:solidFill>
              <a:srgbClr val="BFDBF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Transformer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50992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2212848"/>
            <a:ext cx="2240280" cy="841248"/>
          </a:xfrm>
          <a:prstGeom prst="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logs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Source Material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15400" y="2212848"/>
            <a:ext cx="2148840" cy="841248"/>
          </a:xfrm>
          <a:prstGeom prst="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queries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/ correlate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4754880" cy="1417320"/>
          </a:xfrm>
          <a:prstGeom prst="roundRect">
            <a:avLst>
              <a:gd name="adj" fmla="val 709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02336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wtl can safely claim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87552" y="4361688"/>
            <a:ext cx="44256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“These log lines were parsed into these columns.”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parquet file preserves the source line and timestamp.”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446520" y="3886200"/>
            <a:ext cx="4754880" cy="1417320"/>
          </a:xfrm>
          <a:prstGeom prst="roundRect">
            <a:avLst>
              <a:gd name="adj" fmla="val 709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402336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F1D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would cross the boundary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1112" y="4361688"/>
            <a:ext cx="44256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error caused the outage.”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root cause is master leader change.”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“Restart tserver-2.”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REPORT PARSER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hybrid tool with two different roles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binary can be safe, but its outputs need clear labels. It may structure raw tablet reports and also compute derived evidence.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3911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1: Source Transformer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2377440"/>
            <a:ext cx="287121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tablet report → SQLite / parquet tables.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Structured Source Material.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Boundary: no interpretation yet.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480560" y="1901952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03911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2: Derived Evidence Generator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45152" y="2377440"/>
            <a:ext cx="287121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and replica data → leaderless tablets, under-replicated tables, over-replicated tables.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Derived Evidence.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8183880" y="1901952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03911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must not be hidden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48472" y="2377440"/>
            <a:ext cx="2871216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Derivation logic, input rows, collection-time semantics, confidence, and limitations.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4224528" y="1828800"/>
            <a:ext cx="0" cy="224028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4160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between structure and computed findings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983480"/>
            <a:ext cx="10241280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5120640"/>
            <a:ext cx="9912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phrase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24712" y="5458968"/>
            <a:ext cx="99120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“Leaderless tablet” is not a raw field. It is a computed observation, so it should be treated as Derived Evidence and challenged before it contributes to diagnosis.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LADDER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preparation to diagnosis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92440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zone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673352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55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48840" y="17556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shape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572000" y="1755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→ parquet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092440" y="1755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Preparation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1792" y="2194560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768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48840" y="22768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Selects observations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572000" y="22768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events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092440" y="227685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Preparation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1792" y="2715768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7980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48840" y="27980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Computes observations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572000" y="27980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is leaderless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092440" y="27980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Preparation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21792" y="3236976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319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148840" y="33192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observations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572000" y="33192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after memory pressure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092440" y="33192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Evidence / Information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21792" y="3758184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8404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148840" y="384048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relationships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572000" y="38404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began after leader movement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092440" y="38404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21792" y="4279392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3616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148840" y="43616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explanation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4572000" y="43616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 instability caused timeouts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092440" y="43616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21792" y="4800600"/>
            <a:ext cx="10927080" cy="438912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8828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148840" y="48828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action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4572000" y="4882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 back / restart / escalate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8092440" y="48828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Action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914400" y="57607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stays safely inside preparation. Amber needs careful labelling. Red belongs in Insight, Challenge, Decision, or Action.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CROSSING INTO INSIGHT OR DIAGNOSIS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diagnostic boundary checklist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166360" cy="3886200"/>
          </a:xfrm>
          <a:prstGeom prst="roundRect">
            <a:avLst>
              <a:gd name="adj" fmla="val 2588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4592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F1D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output has crossed the boundary if it...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4837176" cy="3282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causal language: “caused”, “because”, “root cause”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Ranks one explanation above alternatives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Recommends operational 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Assigns confidence to a diagnosis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Suppresses contradicting or missing 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166360" cy="3886200"/>
          </a:xfrm>
          <a:prstGeom prst="roundRect">
            <a:avLst>
              <a:gd name="adj" fmla="val 2588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645920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output needs Challenge if it...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73952" y="1984248"/>
            <a:ext cx="4837176" cy="3282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Ignores Collection Context or time-window mismatch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collection-time snapshot as historical proof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Treats derived evidence as direct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Mixes YBA and YBDB versions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wrong-version documentation or source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Rule: Diagnostic claims are not invalid, but they must be promoted into Insight and pass through Challenge before they influence Judgment.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tool outputs should be shaped for EGATF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603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544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 output type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50392" y="1892808"/>
            <a:ext cx="22311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structured_source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extracted_evidence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derived_evidence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correlated_evidence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/ hypothesis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25603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5544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Preserve provenance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93592" y="1892808"/>
            <a:ext cx="22311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file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or row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window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or component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context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25603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5544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derivation logic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36792" y="1892808"/>
            <a:ext cx="22311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fields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RF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560320" cy="1874520"/>
          </a:xfrm>
          <a:prstGeom prst="roundRect">
            <a:avLst>
              <a:gd name="adj" fmla="val 536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15544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F1D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diagnosis separate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079992" y="1892808"/>
            <a:ext cx="2231136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language should become Insight, not hidden inside evidence tables.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960120" y="4160520"/>
            <a:ext cx="4800600" cy="1097280"/>
          </a:xfrm>
          <a:prstGeom prst="roundRect">
            <a:avLst>
              <a:gd name="adj" fmla="val 91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4297680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Cold and guided analysis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24712" y="4636008"/>
            <a:ext cx="44714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outputs through isolated cold and guided analysis sandboxes, then compare results. Do not let guided context contaminate cold analysis.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446520" y="4160520"/>
            <a:ext cx="4800600" cy="1097280"/>
          </a:xfrm>
          <a:prstGeom prst="roundRect">
            <a:avLst>
              <a:gd name="adj" fmla="val 91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4297680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knowledge validation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11112" y="4636008"/>
            <a:ext cx="44714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 tool-backed insight uses docs, source code, bugs, or runbooks, validate version, authority, and applicability.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boundary visible in tooling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4538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output layers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17720" y="14356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hybrid tools, keep source tables, derived evidence, findings, and hypotheses in distinct tables or namespaces.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3682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provenance columns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3500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source file, source row, node, component, time semantics, and collection window.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649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Flag diagnostic language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2644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output containing causal claims, rankings, or recommendations should be treated as Insight.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1970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79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against cases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7720" y="4178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first EGATF case study to test wtl + tablet parser outputs and challenge boundaries.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outcome: tools prepare evidence clearly, and any diagnostic leap is explicit, reviewable, and challengeable.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EGATF tool boundary review |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EGATF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wtl and tablet report parser fit in EGATF</dc:title>
  <dc:subject>EGATF evidence preparation tool boundaries</dc:subject>
  <dc:creator>OpenAI</dc:creator>
  <cp:lastModifiedBy>OpenAI</cp:lastModifiedBy>
  <cp:revision>1</cp:revision>
  <dcterms:created xsi:type="dcterms:W3CDTF">2026-06-26T12:21:05Z</dcterms:created>
  <dcterms:modified xsi:type="dcterms:W3CDTF">2026-06-26T12:21:05Z</dcterms:modified>
</cp:coreProperties>
</file>